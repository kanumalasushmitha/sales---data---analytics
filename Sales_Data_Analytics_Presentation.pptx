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Sales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Final Data Analytics Project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Tools: Python, Pandas, Matplotlib, Power BI, Git and GitHub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Dataset: 1,000 sales records and 17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Analyze sales data to understand product performance, branch sales, payment preferences, and customer ratings.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Problem: Raw sales records are difficult to interpret without cleaning, analysis, and clear visual summaries.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Goal: Turn the dataset into useful information for business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Dataset fields include date, branch, city, product line, quantity, total sales, payment method, and rating.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Python and Pandas: load, inspect, and analyze data.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Matplotlib: create five charts.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Power BI: build an interactive dashboard.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Git and GitHub: version control and project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Preparation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Loaded the CSV dataset and checked its shape and column names.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Checked missing values and reviewed data types and summary statistics.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Used grouping and aggregation to explore sales by product line and branch.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Dataset: 1,000 rows and 17 columns; the reported missing-value check found no missing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Visualizations &amp;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Five Python charts: sales by product line, sales by branch, payment method distribution, quantity by product line, and average rating by branch.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Power BI KPI cards: Total Sales, Total Quantity, and Average Rating.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Power BI charts: Sales by Product Line and Sales by Branch.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City slicer allows interactive filtering.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Dashboard figures: Total Sales approximately 315.14K; Total Quantity approximately 5K; Average Rating approximately 6.99.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Compare product-line revenue to identify stronger and weaker categories.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Compare branch-level sales to identify where performance may need attention.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Payment distribution describes customer payment preferences; quantity sold can guide inventory planning.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Average rating is approximately 6.99/10, so customer feedback should be monitored.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</a:defRPr>
            </a:pPr>
            <a:r>
              <a:t>•  Recommendations: plan stock using demand patterns; improve customer experience using ratings and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The project demonstrates an end-to-end sales analytics workflow.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Visualizations and the Power BI dashboard make the dataset easier to understand.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Repository should include README, project plan/structure, CSV dataset, Python scripts, charts, and the Power BI .pbix file.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• 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